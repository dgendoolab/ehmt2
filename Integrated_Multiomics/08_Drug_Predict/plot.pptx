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176C6C-778C-4401-9E0D-26B174DFEFD8}" v="2" dt="2026-04-29T00:08:52.4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3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赵硕 刘" userId="26c660f4dbf5e57a" providerId="LiveId" clId="{005EDFD2-F7F4-4543-ACC6-9F1BBA6B2DE7}"/>
    <pc:docChg chg="custSel addSld modSld">
      <pc:chgData name="赵硕 刘" userId="26c660f4dbf5e57a" providerId="LiveId" clId="{005EDFD2-F7F4-4543-ACC6-9F1BBA6B2DE7}" dt="2026-04-29T00:09:14.940" v="32" actId="1076"/>
      <pc:docMkLst>
        <pc:docMk/>
      </pc:docMkLst>
      <pc:sldChg chg="addSp delSp modSp new mod">
        <pc:chgData name="赵硕 刘" userId="26c660f4dbf5e57a" providerId="LiveId" clId="{005EDFD2-F7F4-4543-ACC6-9F1BBA6B2DE7}" dt="2026-04-29T00:09:14.940" v="32" actId="1076"/>
        <pc:sldMkLst>
          <pc:docMk/>
          <pc:sldMk cId="4017969121" sldId="256"/>
        </pc:sldMkLst>
        <pc:spChg chg="del">
          <ac:chgData name="赵硕 刘" userId="26c660f4dbf5e57a" providerId="LiveId" clId="{005EDFD2-F7F4-4543-ACC6-9F1BBA6B2DE7}" dt="2026-04-29T00:07:37.637" v="1" actId="478"/>
          <ac:spMkLst>
            <pc:docMk/>
            <pc:sldMk cId="4017969121" sldId="256"/>
            <ac:spMk id="2" creationId="{C24D335F-33A7-BF00-23E5-4A0FB5E95E75}"/>
          </ac:spMkLst>
        </pc:spChg>
        <pc:spChg chg="del">
          <ac:chgData name="赵硕 刘" userId="26c660f4dbf5e57a" providerId="LiveId" clId="{005EDFD2-F7F4-4543-ACC6-9F1BBA6B2DE7}" dt="2026-04-29T00:07:37.637" v="1" actId="478"/>
          <ac:spMkLst>
            <pc:docMk/>
            <pc:sldMk cId="4017969121" sldId="256"/>
            <ac:spMk id="3" creationId="{B626342C-9088-CF9A-2CC2-3CDF88A3C158}"/>
          </ac:spMkLst>
        </pc:spChg>
        <pc:spChg chg="add mod">
          <ac:chgData name="赵硕 刘" userId="26c660f4dbf5e57a" providerId="LiveId" clId="{005EDFD2-F7F4-4543-ACC6-9F1BBA6B2DE7}" dt="2026-04-29T00:09:14.940" v="32" actId="1076"/>
          <ac:spMkLst>
            <pc:docMk/>
            <pc:sldMk cId="4017969121" sldId="256"/>
            <ac:spMk id="8" creationId="{168C6FD3-C343-3113-BE79-09F3CBC75EC2}"/>
          </ac:spMkLst>
        </pc:spChg>
        <pc:spChg chg="add mod">
          <ac:chgData name="赵硕 刘" userId="26c660f4dbf5e57a" providerId="LiveId" clId="{005EDFD2-F7F4-4543-ACC6-9F1BBA6B2DE7}" dt="2026-04-29T00:09:14.940" v="32" actId="1076"/>
          <ac:spMkLst>
            <pc:docMk/>
            <pc:sldMk cId="4017969121" sldId="256"/>
            <ac:spMk id="9" creationId="{A02536B8-D7AA-C771-E09A-7D4F8C45B858}"/>
          </ac:spMkLst>
        </pc:spChg>
        <pc:picChg chg="add mod modCrop">
          <ac:chgData name="赵硕 刘" userId="26c660f4dbf5e57a" providerId="LiveId" clId="{005EDFD2-F7F4-4543-ACC6-9F1BBA6B2DE7}" dt="2026-04-29T00:09:14.940" v="32" actId="1076"/>
          <ac:picMkLst>
            <pc:docMk/>
            <pc:sldMk cId="4017969121" sldId="256"/>
            <ac:picMk id="5" creationId="{1BFD6194-9555-97B3-C7A3-517047769C18}"/>
          </ac:picMkLst>
        </pc:picChg>
        <pc:picChg chg="add mod">
          <ac:chgData name="赵硕 刘" userId="26c660f4dbf5e57a" providerId="LiveId" clId="{005EDFD2-F7F4-4543-ACC6-9F1BBA6B2DE7}" dt="2026-04-29T00:09:14.940" v="32" actId="1076"/>
          <ac:picMkLst>
            <pc:docMk/>
            <pc:sldMk cId="4017969121" sldId="256"/>
            <ac:picMk id="7" creationId="{8657F2E7-4160-C61C-8E65-E02612E59D3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BCAE9C-424B-0E67-C8C9-598BFD48A1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DC203C4-3D34-06B9-5708-166DCCBE2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F90131-1105-4AEB-5401-0DEF0F45D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650-1A9D-4215-BCE6-3502DD0AFBCF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ED8399-65BE-3A42-E3AB-D6FECA8E3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4FA7D6-711B-6299-56D2-04FCB9C9F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207C8-190C-4931-8809-AA9AF0D9D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762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04EA73-F3BF-E6C4-B2CC-7DD1DF7CE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39204D-6775-F053-83E6-BD322F443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4F60B4-0566-1777-60F9-566F46EE1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650-1A9D-4215-BCE6-3502DD0AFBCF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4F9F9E-18F9-F8C9-F81C-9450F4A9B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1437D0-A5B7-EEE9-E952-F03DEDC06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207C8-190C-4931-8809-AA9AF0D9D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813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0808B4-ED2D-8658-2321-1EDE385CE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C24A04-5620-40F2-53D4-C6802F5E4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E9D855-FA83-4DD9-4F67-8AF89DFE2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650-1A9D-4215-BCE6-3502DD0AFBCF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FA5E00-CDA9-F402-849B-0FA137759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FD1A86-1563-4F1B-35C1-8D6C92D83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207C8-190C-4931-8809-AA9AF0D9D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808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8E1913-559E-F472-E680-96EEDF039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F0516A-7338-3948-BCE1-882FC88D06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E37D531-41C6-4535-3977-841FA30373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0AA0C3-B3F3-2058-28C4-3AA259DCC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650-1A9D-4215-BCE6-3502DD0AFBCF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EEC0FA-B3AC-3257-BA08-DD74F782A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01488F-CEC6-E795-F75F-81A3ED510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207C8-190C-4931-8809-AA9AF0D9D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915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2D27C8-3244-72CB-F867-BC984B52F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A7A988-EC9E-509D-ADF0-07869791D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283FABF-4662-EA1E-D30D-56119E08C8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16BDF68-C48B-00B5-1BC8-D3CF0EE136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65C2EF5-4231-60D3-61BE-C1C0D0A083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5DCDFCC-C670-9369-A8CD-E0489223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650-1A9D-4215-BCE6-3502DD0AFBCF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E369D07-C462-937A-D47F-489334A27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45F0F6A-38D7-84F3-A673-C10BB16ED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207C8-190C-4931-8809-AA9AF0D9D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5412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68AC7C-5E07-00A2-8D03-1F90B55A8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91E8D0C-B4DF-0F90-02B9-6A9D4D046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650-1A9D-4215-BCE6-3502DD0AFBCF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1AE4956-3D8D-3B7E-E9BF-C6C5FA586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B719CBB-3767-C726-4B8A-3571DC8FF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207C8-190C-4931-8809-AA9AF0D9D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7826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01DE291-86F8-2471-C9F1-3779F5A14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650-1A9D-4215-BCE6-3502DD0AFBCF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7212B20-2778-7C62-7B03-0B054D0F5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B32F9A-464C-0D98-1862-AD25F8BC2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207C8-190C-4931-8809-AA9AF0D9D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1443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2CF74F-C823-0174-4AC1-9514A9629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8D49D2-F0C9-4C83-26FB-E070523D9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BC5476-1744-B68C-0E12-ACCDEB0D9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BB358AD-17D8-6E66-5860-C9CE27192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650-1A9D-4215-BCE6-3502DD0AFBCF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52AE7B-283B-C750-B360-8EAF1F9DC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0B08DC-F8DA-79F5-B5E3-CC8E00C3C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207C8-190C-4931-8809-AA9AF0D9D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440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6162C2-AD9B-586A-5BDA-92E0D7A00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12EDEE2-07B4-ECC9-837C-91356D3CC9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801853-76DA-79CE-371D-570369D135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A950B2-7E68-1F6E-E36F-5CEFE1E0B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650-1A9D-4215-BCE6-3502DD0AFBCF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5480EC-701D-150E-14AB-EF652B1F0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A6473F-9C6C-1648-10DA-F456D78E5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207C8-190C-4931-8809-AA9AF0D9D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7714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EFC8C1-3E57-4287-A8B5-C39092B64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897194-3A20-8A8B-61E9-693CEBCAED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36AA9A-BE33-E3F4-67E7-F7DC1DF8D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650-1A9D-4215-BCE6-3502DD0AFBCF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72D91B-7A4C-1DB2-45D9-840C3FF20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ECD032-7A1E-3889-DD57-CB3344582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207C8-190C-4931-8809-AA9AF0D9D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3900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63A301E-46D2-374F-DF96-F4FF569894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2FF007-7E42-DA88-8E5D-19C60FD11F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A862B9-490F-7890-75FB-BA62FB7C3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650-1A9D-4215-BCE6-3502DD0AFBCF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8EC680-6A8F-5B9C-C629-41D206A64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3385CC-C48C-187F-9158-BF5A45ECB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207C8-190C-4931-8809-AA9AF0D9D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193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11CC1E7-689D-C037-CD71-38D25B101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E19C71-852D-A71C-6DAD-DECD311EE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2CF90F-46FA-14C3-DB4B-7BD177AB1A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DA3650-1A9D-4215-BCE6-3502DD0AFBCF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1FA900-C820-62FA-DACE-6C52E1D49A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15993E-70C2-EF52-7EE7-4DC16F039A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2207C8-190C-4931-8809-AA9AF0D9D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2749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>
            <a:extLst>
              <a:ext uri="{FF2B5EF4-FFF2-40B4-BE49-F238E27FC236}">
                <a16:creationId xmlns:a16="http://schemas.microsoft.com/office/drawing/2014/main" id="{1BFD6194-9555-97B3-C7A3-517047769C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5000" t="12452" r="20454" b="13567"/>
          <a:stretch>
            <a:fillRect/>
          </a:stretch>
        </p:blipFill>
        <p:spPr>
          <a:xfrm>
            <a:off x="0" y="287748"/>
            <a:ext cx="4590592" cy="316878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657F2E7-4160-C61C-8E65-E02612E59D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4283" y="0"/>
            <a:ext cx="7433508" cy="497058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68C6FD3-C343-3113-BE79-09F3CBC75EC2}"/>
              </a:ext>
            </a:extLst>
          </p:cNvPr>
          <p:cNvSpPr txBox="1"/>
          <p:nvPr/>
        </p:nvSpPr>
        <p:spPr>
          <a:xfrm>
            <a:off x="194209" y="28359"/>
            <a:ext cx="572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02536B8-D7AA-C771-E09A-7D4F8C45B858}"/>
              </a:ext>
            </a:extLst>
          </p:cNvPr>
          <p:cNvSpPr txBox="1"/>
          <p:nvPr/>
        </p:nvSpPr>
        <p:spPr>
          <a:xfrm>
            <a:off x="4555291" y="32327"/>
            <a:ext cx="572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969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</dc:creator>
  <cp:lastModifiedBy>LIU</cp:lastModifiedBy>
  <cp:revision>1</cp:revision>
  <dcterms:created xsi:type="dcterms:W3CDTF">2026-04-29T00:07:28Z</dcterms:created>
  <dcterms:modified xsi:type="dcterms:W3CDTF">2026-04-29T00:09:18Z</dcterms:modified>
</cp:coreProperties>
</file>