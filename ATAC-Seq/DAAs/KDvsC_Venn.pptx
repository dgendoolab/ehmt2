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79D7FF-9CDE-4EF8-8225-9517FF12B39D}" v="19" dt="2026-04-10T19:13:31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776" y="-2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赵硕 刘" userId="26c660f4dbf5e57a" providerId="LiveId" clId="{005EDFD2-F7F4-4543-ACC6-9F1BBA6B2DE7}"/>
    <pc:docChg chg="undo custSel addSld delSld modSld modMainMaster">
      <pc:chgData name="赵硕 刘" userId="26c660f4dbf5e57a" providerId="LiveId" clId="{005EDFD2-F7F4-4543-ACC6-9F1BBA6B2DE7}" dt="2026-04-10T22:20:30.134" v="191" actId="1076"/>
      <pc:docMkLst>
        <pc:docMk/>
      </pc:docMkLst>
      <pc:sldChg chg="addSp delSp modSp new mod">
        <pc:chgData name="赵硕 刘" userId="26c660f4dbf5e57a" providerId="LiveId" clId="{005EDFD2-F7F4-4543-ACC6-9F1BBA6B2DE7}" dt="2026-04-10T22:20:30.134" v="191" actId="1076"/>
        <pc:sldMkLst>
          <pc:docMk/>
          <pc:sldMk cId="3573336976" sldId="256"/>
        </pc:sldMkLst>
        <pc:spChg chg="del">
          <ac:chgData name="赵硕 刘" userId="26c660f4dbf5e57a" providerId="LiveId" clId="{005EDFD2-F7F4-4543-ACC6-9F1BBA6B2DE7}" dt="2026-04-10T16:51:10.650" v="1" actId="478"/>
          <ac:spMkLst>
            <pc:docMk/>
            <pc:sldMk cId="3573336976" sldId="256"/>
            <ac:spMk id="2" creationId="{7F2436AE-4731-F3BD-F285-2F35469A423F}"/>
          </ac:spMkLst>
        </pc:spChg>
        <pc:spChg chg="del">
          <ac:chgData name="赵硕 刘" userId="26c660f4dbf5e57a" providerId="LiveId" clId="{005EDFD2-F7F4-4543-ACC6-9F1BBA6B2DE7}" dt="2026-04-10T16:51:10.650" v="1" actId="478"/>
          <ac:spMkLst>
            <pc:docMk/>
            <pc:sldMk cId="3573336976" sldId="256"/>
            <ac:spMk id="3" creationId="{F2A41C0E-2F92-5C75-5B0D-5CA191B9A4C5}"/>
          </ac:spMkLst>
        </pc:spChg>
        <pc:spChg chg="add mod">
          <ac:chgData name="赵硕 刘" userId="26c660f4dbf5e57a" providerId="LiveId" clId="{005EDFD2-F7F4-4543-ACC6-9F1BBA6B2DE7}" dt="2026-04-10T19:07:50.512" v="119" actId="255"/>
          <ac:spMkLst>
            <pc:docMk/>
            <pc:sldMk cId="3573336976" sldId="256"/>
            <ac:spMk id="9" creationId="{58979DBB-32F6-54F5-AA31-D8739954C412}"/>
          </ac:spMkLst>
        </pc:spChg>
        <pc:spChg chg="add mod">
          <ac:chgData name="赵硕 刘" userId="26c660f4dbf5e57a" providerId="LiveId" clId="{005EDFD2-F7F4-4543-ACC6-9F1BBA6B2DE7}" dt="2026-04-10T19:07:56.528" v="120" actId="1076"/>
          <ac:spMkLst>
            <pc:docMk/>
            <pc:sldMk cId="3573336976" sldId="256"/>
            <ac:spMk id="10" creationId="{F03EBA6A-3FD2-9DEA-035D-90814E9690E4}"/>
          </ac:spMkLst>
        </pc:spChg>
        <pc:spChg chg="add mod">
          <ac:chgData name="赵硕 刘" userId="26c660f4dbf5e57a" providerId="LiveId" clId="{005EDFD2-F7F4-4543-ACC6-9F1BBA6B2DE7}" dt="2026-04-10T19:13:10.047" v="157" actId="20577"/>
          <ac:spMkLst>
            <pc:docMk/>
            <pc:sldMk cId="3573336976" sldId="256"/>
            <ac:spMk id="13" creationId="{D300831B-F6E1-03F3-41A5-01F3CA37BCB5}"/>
          </ac:spMkLst>
        </pc:spChg>
        <pc:spChg chg="add mod">
          <ac:chgData name="赵硕 刘" userId="26c660f4dbf5e57a" providerId="LiveId" clId="{005EDFD2-F7F4-4543-ACC6-9F1BBA6B2DE7}" dt="2026-04-10T19:09:28.707" v="149" actId="1076"/>
          <ac:spMkLst>
            <pc:docMk/>
            <pc:sldMk cId="3573336976" sldId="256"/>
            <ac:spMk id="15" creationId="{6DAE6D19-28E0-E26C-69FA-93A8BBA89F7A}"/>
          </ac:spMkLst>
        </pc:spChg>
        <pc:spChg chg="add mod">
          <ac:chgData name="赵硕 刘" userId="26c660f4dbf5e57a" providerId="LiveId" clId="{005EDFD2-F7F4-4543-ACC6-9F1BBA6B2DE7}" dt="2026-04-10T19:09:28.707" v="149" actId="1076"/>
          <ac:spMkLst>
            <pc:docMk/>
            <pc:sldMk cId="3573336976" sldId="256"/>
            <ac:spMk id="16" creationId="{9BCBD441-D508-1264-E5BA-FA78036DE191}"/>
          </ac:spMkLst>
        </pc:spChg>
        <pc:spChg chg="add mod">
          <ac:chgData name="赵硕 刘" userId="26c660f4dbf5e57a" providerId="LiveId" clId="{005EDFD2-F7F4-4543-ACC6-9F1BBA6B2DE7}" dt="2026-04-10T19:09:06.304" v="141" actId="255"/>
          <ac:spMkLst>
            <pc:docMk/>
            <pc:sldMk cId="3573336976" sldId="256"/>
            <ac:spMk id="17" creationId="{B6DE18B7-7E70-57D0-5F60-BBA8768CF12A}"/>
          </ac:spMkLst>
        </pc:spChg>
        <pc:spChg chg="add mod">
          <ac:chgData name="赵硕 刘" userId="26c660f4dbf5e57a" providerId="LiveId" clId="{005EDFD2-F7F4-4543-ACC6-9F1BBA6B2DE7}" dt="2026-04-10T19:09:06.304" v="141" actId="255"/>
          <ac:spMkLst>
            <pc:docMk/>
            <pc:sldMk cId="3573336976" sldId="256"/>
            <ac:spMk id="18" creationId="{0CC63384-B5A6-C802-FD73-2196E3B61204}"/>
          </ac:spMkLst>
        </pc:spChg>
        <pc:spChg chg="mod">
          <ac:chgData name="赵硕 刘" userId="26c660f4dbf5e57a" providerId="LiveId" clId="{005EDFD2-F7F4-4543-ACC6-9F1BBA6B2DE7}" dt="2026-04-10T19:09:39.297" v="150" actId="255"/>
          <ac:spMkLst>
            <pc:docMk/>
            <pc:sldMk cId="3573336976" sldId="256"/>
            <ac:spMk id="21" creationId="{80B49E18-958E-E252-DB48-C002C63B7675}"/>
          </ac:spMkLst>
        </pc:spChg>
        <pc:spChg chg="mod">
          <ac:chgData name="赵硕 刘" userId="26c660f4dbf5e57a" providerId="LiveId" clId="{005EDFD2-F7F4-4543-ACC6-9F1BBA6B2DE7}" dt="2026-04-10T19:09:39.297" v="150" actId="255"/>
          <ac:spMkLst>
            <pc:docMk/>
            <pc:sldMk cId="3573336976" sldId="256"/>
            <ac:spMk id="22" creationId="{A11CC407-4956-3123-56F4-4AF9B5D691A7}"/>
          </ac:spMkLst>
        </pc:spChg>
        <pc:spChg chg="add mod">
          <ac:chgData name="赵硕 刘" userId="26c660f4dbf5e57a" providerId="LiveId" clId="{005EDFD2-F7F4-4543-ACC6-9F1BBA6B2DE7}" dt="2026-04-10T19:13:13.237" v="161"/>
          <ac:spMkLst>
            <pc:docMk/>
            <pc:sldMk cId="3573336976" sldId="256"/>
            <ac:spMk id="23" creationId="{81BBA446-B82F-E89F-9438-A3015327F342}"/>
          </ac:spMkLst>
        </pc:spChg>
        <pc:grpChg chg="add mod ord">
          <ac:chgData name="赵硕 刘" userId="26c660f4dbf5e57a" providerId="LiveId" clId="{005EDFD2-F7F4-4543-ACC6-9F1BBA6B2DE7}" dt="2026-04-10T19:08:41.112" v="137" actId="1076"/>
          <ac:grpSpMkLst>
            <pc:docMk/>
            <pc:sldMk cId="3573336976" sldId="256"/>
            <ac:grpSpMk id="2" creationId="{B718F28E-B8FD-3539-3381-FE92E3CA4190}"/>
          </ac:grpSpMkLst>
        </pc:grpChg>
        <pc:grpChg chg="add mod ord">
          <ac:chgData name="赵硕 刘" userId="26c660f4dbf5e57a" providerId="LiveId" clId="{005EDFD2-F7F4-4543-ACC6-9F1BBA6B2DE7}" dt="2026-04-10T19:09:20.460" v="148" actId="167"/>
          <ac:grpSpMkLst>
            <pc:docMk/>
            <pc:sldMk cId="3573336976" sldId="256"/>
            <ac:grpSpMk id="3" creationId="{90DF6A36-189A-AE05-DBEF-2D90EE01FD80}"/>
          </ac:grpSpMkLst>
        </pc:grpChg>
        <pc:grpChg chg="add del mod">
          <ac:chgData name="赵硕 刘" userId="26c660f4dbf5e57a" providerId="LiveId" clId="{005EDFD2-F7F4-4543-ACC6-9F1BBA6B2DE7}" dt="2026-04-10T19:13:31.110" v="163" actId="165"/>
          <ac:grpSpMkLst>
            <pc:docMk/>
            <pc:sldMk cId="3573336976" sldId="256"/>
            <ac:grpSpMk id="4" creationId="{7015DEA4-80A5-AC8B-2243-16708CF20155}"/>
          </ac:grpSpMkLst>
        </pc:grpChg>
        <pc:grpChg chg="add mod">
          <ac:chgData name="赵硕 刘" userId="26c660f4dbf5e57a" providerId="LiveId" clId="{005EDFD2-F7F4-4543-ACC6-9F1BBA6B2DE7}" dt="2026-04-10T19:07:35.994" v="117" actId="14100"/>
          <ac:grpSpMkLst>
            <pc:docMk/>
            <pc:sldMk cId="3573336976" sldId="256"/>
            <ac:grpSpMk id="8" creationId="{FE82C2D5-368B-374A-0FBB-3F906E551521}"/>
          </ac:grpSpMkLst>
        </pc:grpChg>
        <pc:grpChg chg="add mod">
          <ac:chgData name="赵硕 刘" userId="26c660f4dbf5e57a" providerId="LiveId" clId="{005EDFD2-F7F4-4543-ACC6-9F1BBA6B2DE7}" dt="2026-04-10T19:08:14.888" v="125" actId="164"/>
          <ac:grpSpMkLst>
            <pc:docMk/>
            <pc:sldMk cId="3573336976" sldId="256"/>
            <ac:grpSpMk id="19" creationId="{C71027C2-874D-A071-DBB3-4E8F09129390}"/>
          </ac:grpSpMkLst>
        </pc:grpChg>
        <pc:grpChg chg="add mod">
          <ac:chgData name="赵硕 刘" userId="26c660f4dbf5e57a" providerId="LiveId" clId="{005EDFD2-F7F4-4543-ACC6-9F1BBA6B2DE7}" dt="2026-04-10T19:08:19.487" v="126" actId="164"/>
          <ac:grpSpMkLst>
            <pc:docMk/>
            <pc:sldMk cId="3573336976" sldId="256"/>
            <ac:grpSpMk id="20" creationId="{D4533D31-ACF8-B902-806A-25995F5B7396}"/>
          </ac:grpSpMkLst>
        </pc:grpChg>
        <pc:picChg chg="add mod modCrop">
          <ac:chgData name="赵硕 刘" userId="26c660f4dbf5e57a" providerId="LiveId" clId="{005EDFD2-F7F4-4543-ACC6-9F1BBA6B2DE7}" dt="2026-04-10T16:54:00.374" v="16" actId="164"/>
          <ac:picMkLst>
            <pc:docMk/>
            <pc:sldMk cId="3573336976" sldId="256"/>
            <ac:picMk id="5" creationId="{DA00F581-4C39-0BD8-8159-199B08EB4583}"/>
          </ac:picMkLst>
        </pc:picChg>
        <pc:picChg chg="del mod topLvl">
          <ac:chgData name="赵硕 刘" userId="26c660f4dbf5e57a" providerId="LiveId" clId="{005EDFD2-F7F4-4543-ACC6-9F1BBA6B2DE7}" dt="2026-04-10T19:13:52.342" v="169" actId="478"/>
          <ac:picMkLst>
            <pc:docMk/>
            <pc:sldMk cId="3573336976" sldId="256"/>
            <ac:picMk id="6" creationId="{750C3B15-8990-2BE5-CE39-19F82B723386}"/>
          </ac:picMkLst>
        </pc:picChg>
        <pc:picChg chg="add del mod">
          <ac:chgData name="赵硕 刘" userId="26c660f4dbf5e57a" providerId="LiveId" clId="{005EDFD2-F7F4-4543-ACC6-9F1BBA6B2DE7}" dt="2026-04-10T22:20:08.481" v="183" actId="931"/>
          <ac:picMkLst>
            <pc:docMk/>
            <pc:sldMk cId="3573336976" sldId="256"/>
            <ac:picMk id="6" creationId="{7652DE61-6E82-2453-6CE6-1061367847AE}"/>
          </ac:picMkLst>
        </pc:picChg>
        <pc:picChg chg="add mod modCrop">
          <ac:chgData name="赵硕 刘" userId="26c660f4dbf5e57a" providerId="LiveId" clId="{005EDFD2-F7F4-4543-ACC6-9F1BBA6B2DE7}" dt="2026-04-10T19:06:51.753" v="105"/>
          <ac:picMkLst>
            <pc:docMk/>
            <pc:sldMk cId="3573336976" sldId="256"/>
            <ac:picMk id="7" creationId="{4EA7327C-0606-3303-CBD0-D368DE5E57AD}"/>
          </ac:picMkLst>
        </pc:picChg>
        <pc:picChg chg="del mod topLvl">
          <ac:chgData name="赵硕 刘" userId="26c660f4dbf5e57a" providerId="LiveId" clId="{005EDFD2-F7F4-4543-ACC6-9F1BBA6B2DE7}" dt="2026-04-10T19:13:56.879" v="172" actId="478"/>
          <ac:picMkLst>
            <pc:docMk/>
            <pc:sldMk cId="3573336976" sldId="256"/>
            <ac:picMk id="11" creationId="{619CD1B4-1F16-A8C8-4192-8F6A6745ABBE}"/>
          </ac:picMkLst>
        </pc:picChg>
        <pc:picChg chg="add mod modCrop">
          <ac:chgData name="赵硕 刘" userId="26c660f4dbf5e57a" providerId="LiveId" clId="{005EDFD2-F7F4-4543-ACC6-9F1BBA6B2DE7}" dt="2026-04-10T19:08:14.888" v="125" actId="164"/>
          <ac:picMkLst>
            <pc:docMk/>
            <pc:sldMk cId="3573336976" sldId="256"/>
            <ac:picMk id="12" creationId="{FE35EC01-325C-DE98-3B3B-43B3F4089603}"/>
          </ac:picMkLst>
        </pc:picChg>
        <pc:picChg chg="add mod">
          <ac:chgData name="赵硕 刘" userId="26c660f4dbf5e57a" providerId="LiveId" clId="{005EDFD2-F7F4-4543-ACC6-9F1BBA6B2DE7}" dt="2026-04-10T19:08:19.487" v="126" actId="164"/>
          <ac:picMkLst>
            <pc:docMk/>
            <pc:sldMk cId="3573336976" sldId="256"/>
            <ac:picMk id="14" creationId="{E8963107-F42E-A99F-EC41-5DB383E5F0AA}"/>
          </ac:picMkLst>
        </pc:picChg>
        <pc:picChg chg="add mod">
          <ac:chgData name="赵硕 刘" userId="26c660f4dbf5e57a" providerId="LiveId" clId="{005EDFD2-F7F4-4543-ACC6-9F1BBA6B2DE7}" dt="2026-04-10T22:20:30.134" v="191" actId="1076"/>
          <ac:picMkLst>
            <pc:docMk/>
            <pc:sldMk cId="3573336976" sldId="256"/>
            <ac:picMk id="24" creationId="{58B08E42-F4DA-B4F0-AC50-78F80F3F57ED}"/>
          </ac:picMkLst>
        </pc:picChg>
        <pc:picChg chg="add mod">
          <ac:chgData name="赵硕 刘" userId="26c660f4dbf5e57a" providerId="LiveId" clId="{005EDFD2-F7F4-4543-ACC6-9F1BBA6B2DE7}" dt="2026-04-10T19:13:55.488" v="170" actId="1076"/>
          <ac:picMkLst>
            <pc:docMk/>
            <pc:sldMk cId="3573336976" sldId="256"/>
            <ac:picMk id="25" creationId="{431DE496-892A-9A72-E5C1-0C95756E8869}"/>
          </ac:picMkLst>
        </pc:picChg>
        <pc:picChg chg="add del mod">
          <ac:chgData name="赵硕 刘" userId="26c660f4dbf5e57a" providerId="LiveId" clId="{005EDFD2-F7F4-4543-ACC6-9F1BBA6B2DE7}" dt="2026-04-10T22:20:10.454" v="185" actId="478"/>
          <ac:picMkLst>
            <pc:docMk/>
            <pc:sldMk cId="3573336976" sldId="256"/>
            <ac:picMk id="27" creationId="{750FEB5A-4174-DC02-484C-5480F91A1820}"/>
          </ac:picMkLst>
        </pc:picChg>
      </pc:sldChg>
      <pc:sldChg chg="new del mod chgLayout">
        <pc:chgData name="赵硕 刘" userId="26c660f4dbf5e57a" providerId="LiveId" clId="{005EDFD2-F7F4-4543-ACC6-9F1BBA6B2DE7}" dt="2026-04-10T19:14:30.479" v="179" actId="47"/>
        <pc:sldMkLst>
          <pc:docMk/>
          <pc:sldMk cId="1809543706" sldId="257"/>
        </pc:sldMkLst>
      </pc:sldChg>
      <pc:sldMasterChg chg="modSp modSldLayout">
        <pc:chgData name="赵硕 刘" userId="26c660f4dbf5e57a" providerId="LiveId" clId="{005EDFD2-F7F4-4543-ACC6-9F1BBA6B2DE7}" dt="2026-04-10T19:06:51.753" v="105"/>
        <pc:sldMasterMkLst>
          <pc:docMk/>
          <pc:sldMasterMk cId="2657789208" sldId="2147483648"/>
        </pc:sldMasterMkLst>
        <pc:spChg chg="mod">
          <ac:chgData name="赵硕 刘" userId="26c660f4dbf5e57a" providerId="LiveId" clId="{005EDFD2-F7F4-4543-ACC6-9F1BBA6B2DE7}" dt="2026-04-10T19:06:51.753" v="105"/>
          <ac:spMkLst>
            <pc:docMk/>
            <pc:sldMasterMk cId="2657789208" sldId="2147483648"/>
            <ac:spMk id="2" creationId="{2C4B6A50-C3AA-1B4E-8B85-1A9FC9DAB11E}"/>
          </ac:spMkLst>
        </pc:spChg>
        <pc:spChg chg="mod">
          <ac:chgData name="赵硕 刘" userId="26c660f4dbf5e57a" providerId="LiveId" clId="{005EDFD2-F7F4-4543-ACC6-9F1BBA6B2DE7}" dt="2026-04-10T19:06:51.753" v="105"/>
          <ac:spMkLst>
            <pc:docMk/>
            <pc:sldMasterMk cId="2657789208" sldId="2147483648"/>
            <ac:spMk id="3" creationId="{90AC2AA8-A283-C0D2-881F-B9129BC2FD6F}"/>
          </ac:spMkLst>
        </pc:spChg>
        <pc:spChg chg="mod">
          <ac:chgData name="赵硕 刘" userId="26c660f4dbf5e57a" providerId="LiveId" clId="{005EDFD2-F7F4-4543-ACC6-9F1BBA6B2DE7}" dt="2026-04-10T19:06:51.753" v="105"/>
          <ac:spMkLst>
            <pc:docMk/>
            <pc:sldMasterMk cId="2657789208" sldId="2147483648"/>
            <ac:spMk id="4" creationId="{FA883553-0305-CE15-CF21-99F9CEBBDE83}"/>
          </ac:spMkLst>
        </pc:spChg>
        <pc:spChg chg="mod">
          <ac:chgData name="赵硕 刘" userId="26c660f4dbf5e57a" providerId="LiveId" clId="{005EDFD2-F7F4-4543-ACC6-9F1BBA6B2DE7}" dt="2026-04-10T19:06:51.753" v="105"/>
          <ac:spMkLst>
            <pc:docMk/>
            <pc:sldMasterMk cId="2657789208" sldId="2147483648"/>
            <ac:spMk id="5" creationId="{7874D1AB-2BE3-5F4E-2DC8-77F65B6EDD76}"/>
          </ac:spMkLst>
        </pc:spChg>
        <pc:spChg chg="mod">
          <ac:chgData name="赵硕 刘" userId="26c660f4dbf5e57a" providerId="LiveId" clId="{005EDFD2-F7F4-4543-ACC6-9F1BBA6B2DE7}" dt="2026-04-10T19:06:51.753" v="105"/>
          <ac:spMkLst>
            <pc:docMk/>
            <pc:sldMasterMk cId="2657789208" sldId="2147483648"/>
            <ac:spMk id="6" creationId="{42C9AB61-CC48-351B-8DB8-37BC00E47999}"/>
          </ac:spMkLst>
        </pc:spChg>
        <pc:sldLayoutChg chg="modSp">
          <pc:chgData name="赵硕 刘" userId="26c660f4dbf5e57a" providerId="LiveId" clId="{005EDFD2-F7F4-4543-ACC6-9F1BBA6B2DE7}" dt="2026-04-10T19:06:51.753" v="105"/>
          <pc:sldLayoutMkLst>
            <pc:docMk/>
            <pc:sldMasterMk cId="2657789208" sldId="2147483648"/>
            <pc:sldLayoutMk cId="3119854213" sldId="2147483649"/>
          </pc:sldLayoutMkLst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3119854213" sldId="2147483649"/>
              <ac:spMk id="2" creationId="{D5D03EC0-525C-5FCF-2346-AE28631701DC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3119854213" sldId="2147483649"/>
              <ac:spMk id="3" creationId="{C72A2DAA-0307-F359-B208-99D72BC933B6}"/>
            </ac:spMkLst>
          </pc:spChg>
        </pc:sldLayoutChg>
        <pc:sldLayoutChg chg="modSp">
          <pc:chgData name="赵硕 刘" userId="26c660f4dbf5e57a" providerId="LiveId" clId="{005EDFD2-F7F4-4543-ACC6-9F1BBA6B2DE7}" dt="2026-04-10T19:06:51.753" v="105"/>
          <pc:sldLayoutMkLst>
            <pc:docMk/>
            <pc:sldMasterMk cId="2657789208" sldId="2147483648"/>
            <pc:sldLayoutMk cId="1488550037" sldId="2147483651"/>
          </pc:sldLayoutMkLst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488550037" sldId="2147483651"/>
              <ac:spMk id="2" creationId="{1B676C0D-A907-CB77-B85E-502796608463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488550037" sldId="2147483651"/>
              <ac:spMk id="3" creationId="{829D59B7-EB84-6613-7375-0AAFD118052C}"/>
            </ac:spMkLst>
          </pc:spChg>
        </pc:sldLayoutChg>
        <pc:sldLayoutChg chg="modSp">
          <pc:chgData name="赵硕 刘" userId="26c660f4dbf5e57a" providerId="LiveId" clId="{005EDFD2-F7F4-4543-ACC6-9F1BBA6B2DE7}" dt="2026-04-10T19:06:51.753" v="105"/>
          <pc:sldLayoutMkLst>
            <pc:docMk/>
            <pc:sldMasterMk cId="2657789208" sldId="2147483648"/>
            <pc:sldLayoutMk cId="52335619" sldId="2147483652"/>
          </pc:sldLayoutMkLst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52335619" sldId="2147483652"/>
              <ac:spMk id="3" creationId="{C1F2453A-0753-6999-FC61-C7BFAE936CF5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52335619" sldId="2147483652"/>
              <ac:spMk id="4" creationId="{10443EA1-76DF-A7B1-428E-A7A93AB6D58C}"/>
            </ac:spMkLst>
          </pc:spChg>
        </pc:sldLayoutChg>
        <pc:sldLayoutChg chg="modSp">
          <pc:chgData name="赵硕 刘" userId="26c660f4dbf5e57a" providerId="LiveId" clId="{005EDFD2-F7F4-4543-ACC6-9F1BBA6B2DE7}" dt="2026-04-10T19:06:51.753" v="105"/>
          <pc:sldLayoutMkLst>
            <pc:docMk/>
            <pc:sldMasterMk cId="2657789208" sldId="2147483648"/>
            <pc:sldLayoutMk cId="1406991938" sldId="2147483653"/>
          </pc:sldLayoutMkLst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406991938" sldId="2147483653"/>
              <ac:spMk id="2" creationId="{43387DB1-9B74-38E1-190A-4C0536847D5F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406991938" sldId="2147483653"/>
              <ac:spMk id="3" creationId="{0F8F6B27-9B30-DD7B-61F3-569A440595A3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406991938" sldId="2147483653"/>
              <ac:spMk id="4" creationId="{03AF832D-23E3-D454-26C1-870602C98070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406991938" sldId="2147483653"/>
              <ac:spMk id="5" creationId="{182543CB-5068-8D44-514A-0B142E71A13D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406991938" sldId="2147483653"/>
              <ac:spMk id="6" creationId="{977B5152-35BC-B4E2-6C77-028876B248FB}"/>
            </ac:spMkLst>
          </pc:spChg>
        </pc:sldLayoutChg>
        <pc:sldLayoutChg chg="modSp">
          <pc:chgData name="赵硕 刘" userId="26c660f4dbf5e57a" providerId="LiveId" clId="{005EDFD2-F7F4-4543-ACC6-9F1BBA6B2DE7}" dt="2026-04-10T19:06:51.753" v="105"/>
          <pc:sldLayoutMkLst>
            <pc:docMk/>
            <pc:sldMasterMk cId="2657789208" sldId="2147483648"/>
            <pc:sldLayoutMk cId="927247155" sldId="2147483656"/>
          </pc:sldLayoutMkLst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927247155" sldId="2147483656"/>
              <ac:spMk id="2" creationId="{54688A0E-22AD-F681-4F79-C6E1EC22ABD4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927247155" sldId="2147483656"/>
              <ac:spMk id="3" creationId="{1F144744-39BF-DA33-EDA9-AD01F6F4FFD7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927247155" sldId="2147483656"/>
              <ac:spMk id="4" creationId="{31008E7A-8FFE-7E57-FB06-36B9DFE4F869}"/>
            </ac:spMkLst>
          </pc:spChg>
        </pc:sldLayoutChg>
        <pc:sldLayoutChg chg="modSp">
          <pc:chgData name="赵硕 刘" userId="26c660f4dbf5e57a" providerId="LiveId" clId="{005EDFD2-F7F4-4543-ACC6-9F1BBA6B2DE7}" dt="2026-04-10T19:06:51.753" v="105"/>
          <pc:sldLayoutMkLst>
            <pc:docMk/>
            <pc:sldMasterMk cId="2657789208" sldId="2147483648"/>
            <pc:sldLayoutMk cId="1075109301" sldId="2147483657"/>
          </pc:sldLayoutMkLst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075109301" sldId="2147483657"/>
              <ac:spMk id="2" creationId="{905E3A05-136A-37D6-A698-0F7CD0221900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075109301" sldId="2147483657"/>
              <ac:spMk id="3" creationId="{BC200014-81A2-0F98-118C-D8BC0A6E3F42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1075109301" sldId="2147483657"/>
              <ac:spMk id="4" creationId="{CB363A2F-A3FA-5DC5-5368-FED20E5B4E3C}"/>
            </ac:spMkLst>
          </pc:spChg>
        </pc:sldLayoutChg>
        <pc:sldLayoutChg chg="modSp">
          <pc:chgData name="赵硕 刘" userId="26c660f4dbf5e57a" providerId="LiveId" clId="{005EDFD2-F7F4-4543-ACC6-9F1BBA6B2DE7}" dt="2026-04-10T19:06:51.753" v="105"/>
          <pc:sldLayoutMkLst>
            <pc:docMk/>
            <pc:sldMasterMk cId="2657789208" sldId="2147483648"/>
            <pc:sldLayoutMk cId="462921220" sldId="2147483659"/>
          </pc:sldLayoutMkLst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462921220" sldId="2147483659"/>
              <ac:spMk id="2" creationId="{8DD61C23-E48F-3554-F9E9-67470A101BF5}"/>
            </ac:spMkLst>
          </pc:spChg>
          <pc:spChg chg="mod">
            <ac:chgData name="赵硕 刘" userId="26c660f4dbf5e57a" providerId="LiveId" clId="{005EDFD2-F7F4-4543-ACC6-9F1BBA6B2DE7}" dt="2026-04-10T19:06:51.753" v="105"/>
            <ac:spMkLst>
              <pc:docMk/>
              <pc:sldMasterMk cId="2657789208" sldId="2147483648"/>
              <pc:sldLayoutMk cId="462921220" sldId="2147483659"/>
              <ac:spMk id="3" creationId="{96A0BE3F-3485-CDF1-EB39-80AA06014F91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76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14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85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30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555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42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33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82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55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0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29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126C2-A692-495D-9890-543DE66C04B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26CBA-95C9-4946-805E-FE0C18350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70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0DF6A36-189A-AE05-DBEF-2D90EE01FD80}"/>
              </a:ext>
            </a:extLst>
          </p:cNvPr>
          <p:cNvGrpSpPr/>
          <p:nvPr/>
        </p:nvGrpSpPr>
        <p:grpSpPr>
          <a:xfrm>
            <a:off x="3429000" y="3061839"/>
            <a:ext cx="3337668" cy="2567436"/>
            <a:chOff x="2430305" y="3382169"/>
            <a:chExt cx="1885236" cy="1450181"/>
          </a:xfrm>
        </p:grpSpPr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E8963107-F42E-A99F-EC41-5DB383E5F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30305" y="3382169"/>
              <a:ext cx="1885236" cy="1450181"/>
            </a:xfrm>
            <a:prstGeom prst="rect">
              <a:avLst/>
            </a:prstGeom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4533D31-ACF8-B902-806A-25995F5B7396}"/>
                </a:ext>
              </a:extLst>
            </p:cNvPr>
            <p:cNvGrpSpPr/>
            <p:nvPr/>
          </p:nvGrpSpPr>
          <p:grpSpPr>
            <a:xfrm>
              <a:off x="2798274" y="3564156"/>
              <a:ext cx="532892" cy="1023421"/>
              <a:chOff x="915979" y="3212343"/>
              <a:chExt cx="947366" cy="1819418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0B49E18-958E-E252-DB48-C002C63B7675}"/>
                  </a:ext>
                </a:extLst>
              </p:cNvPr>
              <p:cNvSpPr txBox="1"/>
              <p:nvPr/>
            </p:nvSpPr>
            <p:spPr>
              <a:xfrm>
                <a:off x="1306131" y="4776790"/>
                <a:ext cx="557214" cy="254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1391</a:t>
                </a:r>
                <a:endParaRPr lang="zh-CN" alt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11CC407-4956-3123-56F4-4AF9B5D691A7}"/>
                  </a:ext>
                </a:extLst>
              </p:cNvPr>
              <p:cNvSpPr txBox="1"/>
              <p:nvPr/>
            </p:nvSpPr>
            <p:spPr>
              <a:xfrm rot="18625494">
                <a:off x="764858" y="3363464"/>
                <a:ext cx="557213" cy="254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371</a:t>
                </a:r>
                <a:endParaRPr lang="zh-CN" alt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718F28E-B8FD-3539-3381-FE92E3CA4190}"/>
              </a:ext>
            </a:extLst>
          </p:cNvPr>
          <p:cNvGrpSpPr/>
          <p:nvPr/>
        </p:nvGrpSpPr>
        <p:grpSpPr>
          <a:xfrm>
            <a:off x="0" y="3061839"/>
            <a:ext cx="3337668" cy="2567436"/>
            <a:chOff x="545069" y="3337719"/>
            <a:chExt cx="1885236" cy="1450181"/>
          </a:xfrm>
        </p:grpSpPr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FE35EC01-325C-DE98-3B3B-43B3F40896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45069" y="3337719"/>
              <a:ext cx="1885236" cy="1450181"/>
            </a:xfrm>
            <a:prstGeom prst="rect">
              <a:avLst/>
            </a:prstGeom>
          </p:spPr>
        </p:pic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71027C2-874D-A071-DBB3-4E8F09129390}"/>
                </a:ext>
              </a:extLst>
            </p:cNvPr>
            <p:cNvGrpSpPr/>
            <p:nvPr/>
          </p:nvGrpSpPr>
          <p:grpSpPr>
            <a:xfrm>
              <a:off x="832750" y="3598059"/>
              <a:ext cx="573459" cy="951281"/>
              <a:chOff x="836577" y="3350808"/>
              <a:chExt cx="960256" cy="1570477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6DE18B7-7E70-57D0-5F60-BBA8768CF12A}"/>
                  </a:ext>
                </a:extLst>
              </p:cNvPr>
              <p:cNvSpPr txBox="1"/>
              <p:nvPr/>
            </p:nvSpPr>
            <p:spPr>
              <a:xfrm>
                <a:off x="1239621" y="4684510"/>
                <a:ext cx="557212" cy="236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386</a:t>
                </a:r>
                <a:endParaRPr lang="zh-CN" alt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CC63384-B5A6-C802-FD73-2196E3B61204}"/>
                  </a:ext>
                </a:extLst>
              </p:cNvPr>
              <p:cNvSpPr txBox="1"/>
              <p:nvPr/>
            </p:nvSpPr>
            <p:spPr>
              <a:xfrm rot="18625494">
                <a:off x="678049" y="3509336"/>
                <a:ext cx="557213" cy="240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231</a:t>
                </a:r>
                <a:endParaRPr lang="zh-CN" alt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E82C2D5-368B-374A-0FBB-3F906E551521}"/>
              </a:ext>
            </a:extLst>
          </p:cNvPr>
          <p:cNvGrpSpPr/>
          <p:nvPr/>
        </p:nvGrpSpPr>
        <p:grpSpPr>
          <a:xfrm>
            <a:off x="-1" y="59912"/>
            <a:ext cx="6816759" cy="2649046"/>
            <a:chOff x="426720" y="525780"/>
            <a:chExt cx="7059044" cy="2743200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DA00F581-4C39-0BD8-8159-199B08EB45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49756" b="50000"/>
            <a:stretch>
              <a:fillRect/>
            </a:stretch>
          </p:blipFill>
          <p:spPr>
            <a:xfrm>
              <a:off x="426720" y="525780"/>
              <a:ext cx="3445702" cy="2743200"/>
            </a:xfrm>
            <a:prstGeom prst="rect">
              <a:avLst/>
            </a:prstGeom>
          </p:spPr>
        </p:pic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4EA7327C-0606-3303-CBD0-D368DE5E57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49756" b="50000"/>
            <a:stretch>
              <a:fillRect/>
            </a:stretch>
          </p:blipFill>
          <p:spPr>
            <a:xfrm>
              <a:off x="4040062" y="525780"/>
              <a:ext cx="3445702" cy="2743200"/>
            </a:xfrm>
            <a:prstGeom prst="rect">
              <a:avLst/>
            </a:prstGeom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8979DBB-32F6-54F5-AA31-D8739954C412}"/>
              </a:ext>
            </a:extLst>
          </p:cNvPr>
          <p:cNvSpPr txBox="1"/>
          <p:nvPr/>
        </p:nvSpPr>
        <p:spPr>
          <a:xfrm>
            <a:off x="94298" y="136684"/>
            <a:ext cx="282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3EBA6A-3FD2-9DEA-035D-90814E9690E4}"/>
              </a:ext>
            </a:extLst>
          </p:cNvPr>
          <p:cNvSpPr txBox="1"/>
          <p:nvPr/>
        </p:nvSpPr>
        <p:spPr>
          <a:xfrm>
            <a:off x="3614262" y="136684"/>
            <a:ext cx="282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AE6D19-28E0-E26C-69FA-93A8BBA89F7A}"/>
              </a:ext>
            </a:extLst>
          </p:cNvPr>
          <p:cNvSpPr txBox="1"/>
          <p:nvPr/>
        </p:nvSpPr>
        <p:spPr>
          <a:xfrm>
            <a:off x="94298" y="2943209"/>
            <a:ext cx="282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CBD441-D508-1264-E5BA-FA78036DE191}"/>
              </a:ext>
            </a:extLst>
          </p:cNvPr>
          <p:cNvSpPr txBox="1"/>
          <p:nvPr/>
        </p:nvSpPr>
        <p:spPr>
          <a:xfrm>
            <a:off x="3446384" y="2965434"/>
            <a:ext cx="282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00831B-F6E1-03F3-41A5-01F3CA37BCB5}"/>
              </a:ext>
            </a:extLst>
          </p:cNvPr>
          <p:cNvSpPr txBox="1"/>
          <p:nvPr/>
        </p:nvSpPr>
        <p:spPr>
          <a:xfrm>
            <a:off x="175241" y="5560473"/>
            <a:ext cx="282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BBA446-B82F-E89F-9438-A3015327F342}"/>
              </a:ext>
            </a:extLst>
          </p:cNvPr>
          <p:cNvSpPr txBox="1"/>
          <p:nvPr/>
        </p:nvSpPr>
        <p:spPr>
          <a:xfrm>
            <a:off x="3695205" y="5560473"/>
            <a:ext cx="282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431DE496-892A-9A72-E5C1-0C95756E8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939" y="5560337"/>
            <a:ext cx="3502261" cy="2743200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58B08E42-F4DA-B4F0-AC50-78F80F3F5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1909" y="5560337"/>
            <a:ext cx="350226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3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10</Words>
  <Application>Microsoft Office PowerPoint</Application>
  <PresentationFormat>A4 纸张(210x297 毫米)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</dc:creator>
  <cp:lastModifiedBy>LIU</cp:lastModifiedBy>
  <cp:revision>1</cp:revision>
  <dcterms:created xsi:type="dcterms:W3CDTF">2026-04-10T16:49:29Z</dcterms:created>
  <dcterms:modified xsi:type="dcterms:W3CDTF">2026-04-10T22:20:31Z</dcterms:modified>
</cp:coreProperties>
</file>